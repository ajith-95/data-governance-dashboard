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 PS" userId="955f14dafcca98a1" providerId="LiveId" clId="{CAE7D3B8-6CE5-4582-BC04-60E601899E1D}"/>
    <pc:docChg chg="delSld">
      <pc:chgData name="AJITH PS" userId="955f14dafcca98a1" providerId="LiveId" clId="{CAE7D3B8-6CE5-4582-BC04-60E601899E1D}" dt="2025-10-22T19:49:11.982" v="0" actId="2696"/>
      <pc:docMkLst>
        <pc:docMk/>
      </pc:docMkLst>
      <pc:sldChg chg="del">
        <pc:chgData name="AJITH PS" userId="955f14dafcca98a1" providerId="LiveId" clId="{CAE7D3B8-6CE5-4582-BC04-60E601899E1D}" dt="2025-10-22T19:49:11.982" v="0" actId="2696"/>
        <pc:sldMkLst>
          <pc:docMk/>
          <pc:sldMk cId="95992585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ta Governance Dashboard">
            <a:extLst>
              <a:ext uri="{FF2B5EF4-FFF2-40B4-BE49-F238E27FC236}">
                <a16:creationId xmlns:a16="http://schemas.microsoft.com/office/drawing/2014/main" id="{BB7041AD-91F3-438C-91CA-48A71AFD1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312" y="419100"/>
            <a:ext cx="795337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AJITH PS</cp:lastModifiedBy>
  <cp:revision>1</cp:revision>
  <dcterms:created xsi:type="dcterms:W3CDTF">2025-10-22T19:08:40Z</dcterms:created>
  <dcterms:modified xsi:type="dcterms:W3CDTF">2025-10-22T19:49:15Z</dcterms:modified>
</cp:coreProperties>
</file>